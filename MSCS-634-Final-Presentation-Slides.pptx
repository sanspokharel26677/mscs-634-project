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16"/>
    <p:restoredTop sz="94670"/>
  </p:normalViewPr>
  <p:slideViewPr>
    <p:cSldViewPr snapToGrid="0" snapToObjects="1">
      <p:cViewPr varScale="1">
        <p:scale>
          <a:sx n="130" d="100"/>
          <a:sy n="130" d="100"/>
        </p:scale>
        <p:origin x="29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922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Welcome everyone! This presentation summarizes my final project for the MSCS-634 course.</a:t>
            </a:r>
          </a:p>
          <a:p>
            <a:r>
              <a:rPr dirty="0"/>
              <a:t>The objective was to explore predictive modeling using classification, clustering, and association rule mining on the UCI Heart Disease dataset.</a:t>
            </a:r>
          </a:p>
          <a:p>
            <a:r>
              <a:rPr dirty="0"/>
              <a:t>We’ll walk through the key steps, insights, decisions, and lessons learned 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project used the well-known UCI Heart Disease dataset.</a:t>
            </a:r>
          </a:p>
          <a:p>
            <a:r>
              <a:t>It’s a balanced dataset containing 303 patient records and several risk-related features.</a:t>
            </a:r>
          </a:p>
          <a:p>
            <a:r>
              <a:t>This dataset is ideal for classification tasks and has real-world value in early diagnosis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performed thorough data preprocessing—essential for modeling success.</a:t>
            </a:r>
          </a:p>
          <a:p>
            <a:r>
              <a:t>This included converting categorical variables, handling outliers and missing data, and normalizing values.</a:t>
            </a:r>
          </a:p>
          <a:p>
            <a:r>
              <a:t>We also created a new binary column to classify presence vs. absence of heart disease.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EDA revealed several interesting patterns.</a:t>
            </a:r>
          </a:p>
          <a:p>
            <a:r>
              <a:t>For instance, certain chest pain types and older age groups were linked with higher heart disease risk.</a:t>
            </a:r>
          </a:p>
          <a:p>
            <a:r>
              <a:t>Visual plots helped validate these findings and guided our modeling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tested multiple classifiers.</a:t>
            </a:r>
          </a:p>
          <a:p>
            <a:r>
              <a:t>Random Forest gave the best performance with around 86% accuracy.</a:t>
            </a:r>
          </a:p>
          <a:p>
            <a:r>
              <a:t>We used common evaluation metrics and visualized the confusion matrix to assess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Clustering helped group patients by shared traits, and we found clear clusters that matched low and high-risk groups.</a:t>
            </a:r>
          </a:p>
          <a:p>
            <a:r>
              <a:t>Association rule mining with Apriori revealed interpretable rules, adding another dimension of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key challenge was ensuring data quality—especially cleaning and feature scaling.</a:t>
            </a:r>
          </a:p>
          <a:p>
            <a:r>
              <a:t>We also had to tune model hyperparameters carefully.</a:t>
            </a:r>
          </a:p>
          <a:p>
            <a:r>
              <a:t>Striking a balance between model interpretability and performance was a critical decision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project reinforced the value of preprocessing, thorough exploration, and trying multiple techniques.</a:t>
            </a:r>
          </a:p>
          <a:p>
            <a:r>
              <a:t>Each model gave a unique angle of insight—classification for prediction, clustering for segmentation, and rules for decision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Ethics were a core focus.</a:t>
            </a:r>
          </a:p>
          <a:p>
            <a:r>
              <a:t>Even though the dataset was anonymized, we verified that our models did not unfairly favor or penalize based on gender or age.</a:t>
            </a:r>
          </a:p>
          <a:p>
            <a:r>
              <a:t>We reported results transparently and responsibly.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Looking ahead, we could use deeper models or interpretability techniques like SHAP.</a:t>
            </a:r>
          </a:p>
          <a:p>
            <a:r>
              <a:t>Deploying the model in a real app could support doctors or users in real-time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 for your time! This concludes my presentation. All source code and the report are available on GitHub and Canvas.</a:t>
            </a:r>
          </a:p>
          <a:p>
            <a:r>
              <a:t>Looking forward to any feedback or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Predicting Heart Disease Using Data Mining Techniques</a:t>
            </a:r>
          </a:p>
          <a:p>
            <a:r>
              <a:t>Course: MSCS-634 - Advanced Big Data and Data Mining</a:t>
            </a:r>
          </a:p>
          <a:p>
            <a:r>
              <a:t>Deliverable 4: Final Summary and Presentation</a:t>
            </a:r>
          </a:p>
          <a:p>
            <a:r>
              <a:t>Team Member: Sandesh Pokharel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UCI Heart Disease Dataset</a:t>
            </a:r>
          </a:p>
          <a:p>
            <a:r>
              <a:t>303 instances, 14 attributes (e.g., age, sex, cholesterol, chest pain type, etc.)</a:t>
            </a:r>
          </a:p>
          <a:p>
            <a:r>
              <a:t>Chosen for its relevance in healthcare and binary classification (presence or absence of heart disease)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Data Preprocessing and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duplicates and handled missing values</a:t>
            </a:r>
          </a:p>
          <a:p>
            <a:r>
              <a:t>Converted categorical variables using one-hot encoding</a:t>
            </a:r>
          </a:p>
          <a:p>
            <a:r>
              <a:t>Normalized numerical features (e.g., cholesterol, resting blood pressure)</a:t>
            </a:r>
          </a:p>
          <a:p>
            <a:r>
              <a:t>Engineered a binary ‘heart_disease’ target column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Uncovered strong correlations between chest pain type, age, and heart disease</a:t>
            </a:r>
          </a:p>
          <a:p>
            <a:r>
              <a:t>Visualized gender differences in risk levels</a:t>
            </a:r>
          </a:p>
          <a:p>
            <a:r>
              <a:t>Identified skewed cholesterol levels in high-risk individuals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Models and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Tried Logistic Regression, Decision Tree, and Random Forest</a:t>
            </a:r>
          </a:p>
          <a:p>
            <a:r>
              <a:t>Best Accuracy: Random Forest (~86%)</a:t>
            </a:r>
          </a:p>
          <a:p>
            <a:r>
              <a:t>Used metrics: accuracy, precision, recall, confusion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and Pattern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K-Means clustering revealed 3 main patient clusters</a:t>
            </a:r>
          </a:p>
          <a:p>
            <a:r>
              <a:t>Clusters showed high-risk vs. low-risk profile separation</a:t>
            </a:r>
          </a:p>
          <a:p>
            <a:r>
              <a:t>Apriori algorithm uncovered rules such as:</a:t>
            </a:r>
          </a:p>
          <a:p>
            <a:r>
              <a:t>'If chest pain = type 4 and sex = male → heart disease likely'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noisy data and feature scaling</a:t>
            </a:r>
          </a:p>
          <a:p>
            <a:r>
              <a:t>Choosing appropriate hyperparameters for classification and clustering</a:t>
            </a:r>
          </a:p>
          <a:p>
            <a:r>
              <a:t>Balancing interpretability with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Takeaways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preprocessing and EDA are crucial</a:t>
            </a:r>
          </a:p>
          <a:p>
            <a:r>
              <a:t>Random Forest was the best-performing classifier</a:t>
            </a:r>
          </a:p>
          <a:p>
            <a:r>
              <a:t>Clustering provided clear segmentation of patient groups</a:t>
            </a:r>
          </a:p>
          <a:p>
            <a:r>
              <a:t>Rules from Apriori can be used for decision support in diagnosis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Protected patient anonymity in dataset</a:t>
            </a:r>
          </a:p>
          <a:p>
            <a:r>
              <a:t>Avoided gender/age bias by checking feature influence</a:t>
            </a:r>
          </a:p>
          <a:p>
            <a:r>
              <a:t>Emphasized fairness in predictions and transparency in modeling choices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Explore deeper models (e.g., Gradient Boosting)</a:t>
            </a:r>
          </a:p>
          <a:p>
            <a:r>
              <a:t>Use SHAP for feature interpretability</a:t>
            </a:r>
          </a:p>
          <a:p>
            <a:r>
              <a:t>Deploy model into a Flask app for real-time predictions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GitHub Repository: </a:t>
            </a: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/sanspokharel26677/MSCS-634-Project/tree/feature/deliverable4</a:t>
            </a:r>
          </a:p>
          <a:p>
            <a:r>
              <a:rPr dirty="0"/>
              <a:t>Professor</a:t>
            </a:r>
            <a:r>
              <a:rPr lang="en-US" dirty="0"/>
              <a:t>:</a:t>
            </a:r>
            <a:r>
              <a:rPr dirty="0"/>
              <a:t> Satish</a:t>
            </a:r>
            <a:r>
              <a:rPr lang="en-US" dirty="0"/>
              <a:t> </a:t>
            </a:r>
            <a:r>
              <a:rPr lang="en-US" dirty="0" err="1"/>
              <a:t>Penmatsa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775</Words>
  <Application>Microsoft Macintosh PowerPoint</Application>
  <PresentationFormat>On-screen Show (4:3)</PresentationFormat>
  <Paragraphs>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Project Overview</vt:lpstr>
      <vt:lpstr>Dataset and Motivation</vt:lpstr>
      <vt:lpstr>Data Preprocessing and Feature Engineering</vt:lpstr>
      <vt:lpstr>Exploratory Data Analysis (EDA)</vt:lpstr>
      <vt:lpstr>Classification Models and Results</vt:lpstr>
      <vt:lpstr>Clustering and Pattern Mining</vt:lpstr>
      <vt:lpstr>Challenges and Decisions</vt:lpstr>
      <vt:lpstr>Key Takeaways and Recommendations</vt:lpstr>
      <vt:lpstr>Ethical Considerations</vt:lpstr>
      <vt:lpstr>Future Work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Sandesh Pokharel</cp:lastModifiedBy>
  <cp:revision>3</cp:revision>
  <dcterms:created xsi:type="dcterms:W3CDTF">2013-01-27T09:14:16Z</dcterms:created>
  <dcterms:modified xsi:type="dcterms:W3CDTF">2025-08-23T03:21:20Z</dcterms:modified>
  <cp:category/>
</cp:coreProperties>
</file>